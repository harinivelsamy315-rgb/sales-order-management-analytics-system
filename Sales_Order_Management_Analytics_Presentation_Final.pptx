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63F"/>
                </a:solidFill>
              </a:defRPr>
            </a:pPr>
            <a:r>
              <a:t>SALES &amp; ORDER MANAGEMENT</a:t>
            </a:r>
            <a:br/>
            <a:r>
              <a:t>ANALYTICS SYSTEM</a:t>
            </a:r>
          </a:p>
          <a:p>
            <a:pPr>
              <a:defRPr sz="2000">
                <a:solidFill>
                  <a:srgbClr val="2D64B4"/>
                </a:solidFill>
              </a:defRPr>
            </a:pPr>
            <a:r>
              <a:t>Data Analytics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73152" cy="11430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913631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Student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HARINI.V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49039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3749039"/>
            <a:ext cx="73152" cy="11430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3913631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Department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AI&amp;DS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749039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749039"/>
            <a:ext cx="73152" cy="11430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3913631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Academic Year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Build a relational sales and order management database.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Store customers, products, orders, order items and payment information.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Use SQL to perform CRUD, joins, aggregations and advanced analytics.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Create a Power BI dashboard to communicate sales and order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Database &amp; 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6324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Customers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Customer details, city and signup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581912"/>
            <a:ext cx="306324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Products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Product name, category, price and 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417320"/>
            <a:ext cx="73152" cy="15087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581912"/>
            <a:ext cx="306324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Orders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Order date, status and total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73152" cy="15087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39312"/>
            <a:ext cx="306324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Order Items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Products, quantities and unit prices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747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474720"/>
            <a:ext cx="73152" cy="15087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639312"/>
            <a:ext cx="306324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Payments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Payment date, amount and payment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Database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928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63F"/>
                </a:solidFill>
              </a:defRPr>
            </a:pPr>
            <a:r>
              <a:t>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8928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63F"/>
                </a:solidFill>
              </a:defRPr>
            </a:pPr>
            <a:r>
              <a:t>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928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63F"/>
                </a:solidFill>
              </a:defRPr>
            </a:pPr>
            <a:r>
              <a:t>ORDER_ITEMS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1788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63F"/>
                </a:solidFill>
              </a:defRPr>
            </a:pPr>
            <a:r>
              <a:t>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31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1788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63F"/>
                </a:solidFill>
              </a:defRPr>
            </a:pPr>
            <a:r>
              <a:t>PAYMENTS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82296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103120"/>
            <a:ext cx="822959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2560320"/>
            <a:ext cx="27432" cy="13716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2560320"/>
            <a:ext cx="27432" cy="13716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F6E"/>
                </a:solidFill>
              </a:defRPr>
            </a:pPr>
            <a:r>
              <a:t>Primary keys and foreign keys connect customers, orders, products, order items and payments.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SQL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CRUD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CREATE, READ, UPDATE and DELETE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417320"/>
            <a:ext cx="73152" cy="13258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58191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Joins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Combine related tables for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73152" cy="13258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58191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Aggregations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SUM, COUNT, AVG, GROUP BY and HAVING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73152" cy="13258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27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Subqueries &amp; CTEs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Build reusable analytical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632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063240"/>
            <a:ext cx="73152" cy="13258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227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Window Functions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Ranking, running totals and LAG()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0632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063240"/>
            <a:ext cx="73152" cy="13258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3227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Views &amp; Indexing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Reusable reports and query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Business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Monthly revenue analysis using completed orders.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Top products based on quantity sold.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Customer spending and customer ranking.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Order status and payment status analysis.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Month-over-month revenue comparison using LAG().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Power BI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73152" cy="33832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73351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Page 1 — Sales Overview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Sales amount</a:t>
            </a:r>
            <a:br/>
            <a:r>
              <a:t>Order count</a:t>
            </a:r>
            <a:br/>
            <a:r>
              <a:t>Customer count</a:t>
            </a:r>
            <a:br/>
            <a:r>
              <a:t>Sales trend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508760"/>
            <a:ext cx="73152" cy="33832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73351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Page 2 — Customer &amp; Product Analysis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Customer performance</a:t>
            </a:r>
            <a:br/>
            <a:r>
              <a:t>Payment status</a:t>
            </a:r>
            <a:br/>
            <a:r>
              <a:t>Product category analysis</a:t>
            </a:r>
            <a:br/>
            <a:r>
              <a:t>Order details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087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508760"/>
            <a:ext cx="73152" cy="33832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673351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Page 3 — Sales Performance Summary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Order status distribution</a:t>
            </a:r>
            <a:br/>
            <a:r>
              <a:t>Sales by order status</a:t>
            </a:r>
            <a:br/>
            <a:r>
              <a:t>Revenue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Key Insights from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The dataset contains 10 customers and 10 orders.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Orders span January to April 2026.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Completed orders are used for completed-sales trend analysis.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Payment records include PAID, PENDING and REFUNDED statuses.</a:t>
            </a:r>
          </a:p>
          <a:p>
            <a:pPr>
              <a:spcAft>
                <a:spcPts val="1400"/>
              </a:spcAft>
              <a:defRPr sz="1900">
                <a:solidFill>
                  <a:srgbClr val="555F6E"/>
                </a:solidFill>
              </a:defRPr>
            </a:pPr>
            <a:r>
              <a:t>SQL and Power BI provide both detailed records and visual summaries.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Project Outcome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8463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Project Outcome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A structured relational database was created and analyzed using SQL. A Power BI dashboard was developed to present sales, customer, product and order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73152" cy="35661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27632"/>
            <a:ext cx="48463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63F"/>
                </a:solidFill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300">
                <a:solidFill>
                  <a:srgbClr val="555F6E"/>
                </a:solidFill>
              </a:defRPr>
            </a:pPr>
            <a:r>
              <a:t>Add more real-world transaction data, automated ETL, scheduled refresh, advanced KPIs, predictive analytics and interactive business reporting.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4263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2D64B4"/>
                </a:solidFill>
              </a:defRPr>
            </a:pPr>
            <a:r>
              <a:t>Sales &amp; Order Management Analytics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63F"/>
                </a:solidFill>
              </a:defRPr>
            </a:pPr>
            <a:r>
              <a:t>Power BI Dashboard – Page 1</a:t>
            </a:r>
          </a:p>
        </p:txBody>
      </p:sp>
      <p:pic>
        <p:nvPicPr>
          <p:cNvPr id="3" name="Picture 2" descr="Screenshot 2026-09-24 105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11155680" cy="5651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63F"/>
                </a:solidFill>
              </a:defRPr>
            </a:pPr>
            <a:r>
              <a:t>Power BI Dashboard – Page 2</a:t>
            </a:r>
          </a:p>
        </p:txBody>
      </p:sp>
      <p:pic>
        <p:nvPicPr>
          <p:cNvPr id="3" name="Picture 2" descr="Screenshot 2026-09-24 1128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11155680" cy="68022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63F"/>
                </a:solidFill>
              </a:defRPr>
            </a:pPr>
            <a:r>
              <a:t>Power BI Dashboard – Page 3</a:t>
            </a:r>
          </a:p>
        </p:txBody>
      </p:sp>
      <p:pic>
        <p:nvPicPr>
          <p:cNvPr id="3" name="Picture 2" descr="Screenshot 2026-09-24 104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11155680" cy="6623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